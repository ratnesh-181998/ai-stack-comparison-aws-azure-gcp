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0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5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8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9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AWS EC2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by Mahesh Kumawat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3" y="0"/>
            <a:ext cx="121443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" y="0"/>
            <a:ext cx="121269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5088"/>
            <a:ext cx="12192000" cy="67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"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6050"/>
            <a:ext cx="12192000" cy="65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"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1288"/>
            <a:ext cx="12192000" cy="6573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7" id="120" name="Google Shape;1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975"/>
            <a:ext cx="12192000" cy="67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" id="125" name="Google Shape;1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063"/>
            <a:ext cx="12192000" cy="661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9" id="130" name="Google Shape;1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613"/>
            <a:ext cx="12192000" cy="670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"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3213"/>
            <a:ext cx="12192000" cy="6249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"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75"/>
            <a:ext cx="12192000" cy="64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"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825"/>
            <a:ext cx="12192000" cy="63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"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7025"/>
            <a:ext cx="12192000" cy="62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" id="155" name="Google Shape;1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825"/>
            <a:ext cx="12192000" cy="635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" id="160" name="Google Shape;1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688"/>
            <a:ext cx="12192000" cy="677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" id="165" name="Google Shape;1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263"/>
            <a:ext cx="12192000" cy="646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7"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6713"/>
            <a:ext cx="12192000" cy="61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8" id="175" name="Google Shape;1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0350"/>
            <a:ext cx="12192000" cy="63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" id="180" name="Google Shape;1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7813"/>
            <a:ext cx="12192000" cy="63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" id="185" name="Google Shape;1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313"/>
            <a:ext cx="12192000" cy="668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1" id="190" name="Google Shape;1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38" y="0"/>
            <a:ext cx="119983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2" id="195" name="Google Shape;1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"/>
            <a:ext cx="12192000" cy="668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3" id="200" name="Google Shape;2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3"/>
            <a:ext cx="12192000" cy="677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4" id="205" name="Google Shape;2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"/>
            <a:ext cx="12192000" cy="66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5" id="210" name="Google Shape;2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63"/>
            <a:ext cx="121920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6" id="215" name="Google Shape;21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" y="0"/>
            <a:ext cx="12166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7" id="220" name="Google Shape;22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8" id="225" name="Google Shape;2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75" y="0"/>
            <a:ext cx="12109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9" id="230" name="Google Shape;2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2250"/>
            <a:ext cx="12192000" cy="641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0" id="235" name="Google Shape;2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" y="0"/>
            <a:ext cx="121586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1" id="240" name="Google Shape;2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2" id="245" name="Google Shape;2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3675"/>
            <a:ext cx="12192000" cy="64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3" id="250" name="Google Shape;2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325"/>
            <a:ext cx="12192000" cy="673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4" id="255" name="Google Shape;2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3988"/>
            <a:ext cx="12192000" cy="655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5" id="260" name="Google Shape;2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0825"/>
            <a:ext cx="12192000" cy="635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6" id="265" name="Google Shape;2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38"/>
            <a:ext cx="12192000" cy="663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7" id="270" name="Google Shape;2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6375"/>
            <a:ext cx="12192000" cy="644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8" id="275" name="Google Shape;27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425"/>
            <a:ext cx="12192000" cy="66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9" id="280" name="Google Shape;2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788"/>
            <a:ext cx="12192000" cy="6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0" id="285" name="Google Shape;28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138"/>
            <a:ext cx="12192000" cy="66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1" id="290" name="Google Shape;2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675"/>
            <a:ext cx="12192000" cy="67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2" id="295" name="Google Shape;29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263"/>
            <a:ext cx="12192000" cy="6465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3" id="300" name="Google Shape;3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788"/>
            <a:ext cx="12192000" cy="6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4" id="305" name="Google Shape;30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313"/>
            <a:ext cx="12192000" cy="66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5" id="310" name="Google Shape;3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50"/>
            <a:ext cx="12192000" cy="67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6" id="315" name="Google Shape;31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0"/>
            <a:ext cx="121713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7" id="320" name="Google Shape;32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"/>
            <a:ext cx="12192000" cy="6786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8" id="325" name="Google Shape;32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8" y="0"/>
            <a:ext cx="121761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49" id="330" name="Google Shape;33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613"/>
            <a:ext cx="12192000" cy="67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0" id="335" name="Google Shape;33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0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1" id="340" name="Google Shape;34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838" y="0"/>
            <a:ext cx="114887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2" id="345" name="Google Shape;34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" y="0"/>
            <a:ext cx="120078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3" id="350" name="Google Shape;35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788"/>
            <a:ext cx="12192000" cy="670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4" id="355" name="Google Shape;35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9538"/>
            <a:ext cx="12192000" cy="6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5" id="360" name="Google Shape;36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3"/>
            <a:ext cx="12192000" cy="64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6" id="365" name="Google Shape;36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963"/>
            <a:ext cx="12192000" cy="669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7" id="370" name="Google Shape;3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175"/>
            <a:ext cx="12192000" cy="65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8" id="375" name="Google Shape;37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063"/>
            <a:ext cx="12192000" cy="66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59" id="380" name="Google Shape;38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1925"/>
            <a:ext cx="12192000" cy="65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0" id="385" name="Google Shape;38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0"/>
            <a:ext cx="120777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1" id="390" name="Google Shape;39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938"/>
            <a:ext cx="12192000" cy="658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62" id="395" name="Google Shape;39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0663"/>
            <a:ext cx="12192000" cy="64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