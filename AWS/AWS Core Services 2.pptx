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7.xml"/>
  <Override ContentType="application/vnd.openxmlformats-officedocument.presentationml.notesSlide+xml" PartName="/ppt/notesSlides/notesSlide5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1.xml"/>
  <Override ContentType="application/vnd.openxmlformats-officedocument.presentationml.notesSlide+xml" PartName="/ppt/notesSlides/notesSlide109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07.xml"/>
  <Override ContentType="application/vnd.openxmlformats-officedocument.presentationml.notesSlide+xml" PartName="/ppt/notesSlides/notesSlide100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85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77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73.xml"/>
  <Override ContentType="application/vnd.openxmlformats-officedocument.presentationml.notesSlide+xml" PartName="/ppt/notesSlides/notesSlide8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69.xml"/>
  <Override ContentType="application/vnd.openxmlformats-officedocument.presentationml.notesSlide+xml" PartName="/ppt/notesSlides/notesSlide105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93.xml"/>
  <Override ContentType="application/vnd.openxmlformats-officedocument.presentationml.notesSlide+xml" PartName="/ppt/notesSlides/notesSlide87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11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75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112.xml"/>
  <Override ContentType="application/vnd.openxmlformats-officedocument.presentationml.notesSlide+xml" PartName="/ppt/notesSlides/notesSlide103.xml"/>
  <Override ContentType="application/vnd.openxmlformats-officedocument.presentationml.notesSlide+xml" PartName="/ppt/notesSlides/notesSlide97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9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63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60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114.xml"/>
  <Override ContentType="application/vnd.openxmlformats-officedocument.presentationml.notesSlide+xml" PartName="/ppt/notesSlides/notesSlide101.xml"/>
  <Override ContentType="application/vnd.openxmlformats-officedocument.presentationml.notesSlide+xml" PartName="/ppt/notesSlides/notesSlide95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5.xml"/>
  <Override ContentType="application/vnd.openxmlformats-officedocument.presentationml.notesSlide+xml" PartName="/ppt/notesSlides/notesSlide78.xml"/>
  <Override ContentType="application/vnd.openxmlformats-officedocument.presentationml.notesSlide+xml" PartName="/ppt/notesSlides/notesSlide71.xml"/>
  <Override ContentType="application/vnd.openxmlformats-officedocument.presentationml.notesSlide+xml" PartName="/ppt/notesSlides/notesSlide92.xml"/>
  <Override ContentType="application/vnd.openxmlformats-officedocument.presentationml.notesSlide+xml" PartName="/ppt/notesSlides/notesSlide84.xml"/>
  <Override ContentType="application/vnd.openxmlformats-officedocument.presentationml.notesSlide+xml" PartName="/ppt/notesSlides/notesSlide116.xml"/>
  <Override ContentType="application/vnd.openxmlformats-officedocument.presentationml.notesSlide+xml" PartName="/ppt/notesSlides/notesSlide76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68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82.xml"/>
  <Override ContentType="application/vnd.openxmlformats-officedocument.presentationml.notesSlide+xml" PartName="/ppt/notesSlides/notesSlide9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108.xml"/>
  <Override ContentType="application/vnd.openxmlformats-officedocument.presentationml.notesSlide+xml" PartName="/ppt/notesSlides/notesSlide90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86.xml"/>
  <Override ContentType="application/vnd.openxmlformats-officedocument.presentationml.notesSlide+xml" PartName="/ppt/notesSlides/notesSlide106.xml"/>
  <Override ContentType="application/vnd.openxmlformats-officedocument.presentationml.notesSlide+xml" PartName="/ppt/notesSlides/notesSlide99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80.xml"/>
  <Override ContentType="application/vnd.openxmlformats-officedocument.presentationml.notesSlide+xml" PartName="/ppt/notesSlides/notesSlide61.xml"/>
  <Override ContentType="application/vnd.openxmlformats-officedocument.presentationml.notesSlide+xml" PartName="/ppt/notesSlides/notesSlide74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8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62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70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1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13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72.xml"/>
  <Override ContentType="application/vnd.openxmlformats-officedocument.presentationml.notesSlide+xml" PartName="/ppt/notesSlides/notesSlide98.xml"/>
  <Override ContentType="application/vnd.openxmlformats-officedocument.presentationml.notesSlide+xml" PartName="/ppt/notesSlides/notesSlide104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64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9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96.xml"/>
  <Override ContentType="application/vnd.openxmlformats-officedocument.presentationml.notesSlide+xml" PartName="/ppt/notesSlides/notesSlide102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83.xml"/>
  <Override ContentType="application/vnd.openxmlformats-officedocument.presentationml.notesSlide+xml" PartName="/ppt/notesSlides/notesSlide115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66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3.xml"/>
  <Override ContentType="application/vnd.openxmlformats-officedocument.presentationml.slide+xml" PartName="/ppt/slides/slide78.xml"/>
  <Override ContentType="application/vnd.openxmlformats-officedocument.presentationml.slide+xml" PartName="/ppt/slides/slide86.xml"/>
  <Override ContentType="application/vnd.openxmlformats-officedocument.presentationml.slide+xml" PartName="/ppt/slides/slide35.xml"/>
  <Override ContentType="application/vnd.openxmlformats-officedocument.presentationml.slide+xml" PartName="/ppt/slides/slide105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13.xml"/>
  <Override ContentType="application/vnd.openxmlformats-officedocument.presentationml.slide+xml" PartName="/ppt/slides/slide68.xml"/>
  <Override ContentType="application/vnd.openxmlformats-officedocument.presentationml.slide+xml" PartName="/ppt/slides/slide94.xml"/>
  <Override ContentType="application/vnd.openxmlformats-officedocument.presentationml.slide+xml" PartName="/ppt/slides/slide84.xml"/>
  <Override ContentType="application/vnd.openxmlformats-officedocument.presentationml.slide+xml" PartName="/ppt/slides/slide107.xml"/>
  <Override ContentType="application/vnd.openxmlformats-officedocument.presentationml.slide+xml" PartName="/ppt/slides/slide37.xml"/>
  <Override ContentType="application/vnd.openxmlformats-officedocument.presentationml.slide+xml" PartName="/ppt/slides/slide71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66.xml"/>
  <Override ContentType="application/vnd.openxmlformats-officedocument.presentationml.slide+xml" PartName="/ppt/slides/slide23.xml"/>
  <Override ContentType="application/vnd.openxmlformats-officedocument.presentationml.slide+xml" PartName="/ppt/slides/slide10.xml"/>
  <Override ContentType="application/vnd.openxmlformats-officedocument.presentationml.slide+xml" PartName="/ppt/slides/slide111.xml"/>
  <Override ContentType="application/vnd.openxmlformats-officedocument.presentationml.slide+xml" PartName="/ppt/slides/slide53.xml"/>
  <Override ContentType="application/vnd.openxmlformats-officedocument.presentationml.slide+xml" PartName="/ppt/slides/slide96.xml"/>
  <Override ContentType="application/vnd.openxmlformats-officedocument.presentationml.slide+xml" PartName="/ppt/slides/slide48.xml"/>
  <Override ContentType="application/vnd.openxmlformats-officedocument.presentationml.slide+xml" PartName="/ppt/slides/slide22.xml"/>
  <Override ContentType="application/vnd.openxmlformats-officedocument.presentationml.slide+xml" PartName="/ppt/slides/slide82.xml"/>
  <Override ContentType="application/vnd.openxmlformats-officedocument.presentationml.slide+xml" PartName="/ppt/slides/slide65.xml"/>
  <Override ContentType="application/vnd.openxmlformats-officedocument.presentationml.slide+xml" PartName="/ppt/slides/slide9.xml"/>
  <Override ContentType="application/vnd.openxmlformats-officedocument.presentationml.slide+xml" PartName="/ppt/slides/slide12.xml"/>
  <Override ContentType="application/vnd.openxmlformats-officedocument.presentationml.slide+xml" PartName="/ppt/slides/slide108.xml"/>
  <Override ContentType="application/vnd.openxmlformats-officedocument.presentationml.slide+xml" PartName="/ppt/slides/slide98.xml"/>
  <Override ContentType="application/vnd.openxmlformats-officedocument.presentationml.slide+xml" PartName="/ppt/slides/slide72.xml"/>
  <Override ContentType="application/vnd.openxmlformats-officedocument.presentationml.slide+xml" PartName="/ppt/slides/slide20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59.xml"/>
  <Override ContentType="application/vnd.openxmlformats-officedocument.presentationml.slide+xml" PartName="/ppt/slides/slide89.xml"/>
  <Override ContentType="application/vnd.openxmlformats-officedocument.presentationml.slide+xml" PartName="/ppt/slides/slide76.xml"/>
  <Override ContentType="application/vnd.openxmlformats-officedocument.presentationml.slide+xml" PartName="/ppt/slides/slide63.xml"/>
  <Override ContentType="application/vnd.openxmlformats-officedocument.presentationml.slide+xml" PartName="/ppt/slides/slide93.xml"/>
  <Override ContentType="application/vnd.openxmlformats-officedocument.presentationml.slide+xml" PartName="/ppt/slides/slide101.xml"/>
  <Override ContentType="application/vnd.openxmlformats-officedocument.presentationml.slide+xml" PartName="/ppt/slides/slide116.xml"/>
  <Override ContentType="application/vnd.openxmlformats-officedocument.presentationml.slide+xml" PartName="/ppt/slides/slide80.xml"/>
  <Override ContentType="application/vnd.openxmlformats-officedocument.presentationml.slide+xml" PartName="/ppt/slides/slide103.xml"/>
  <Override ContentType="application/vnd.openxmlformats-officedocument.presentationml.slide+xml" PartName="/ppt/slides/slide61.xml"/>
  <Override ContentType="application/vnd.openxmlformats-officedocument.presentationml.slide+xml" PartName="/ppt/slides/slide91.xml"/>
  <Override ContentType="application/vnd.openxmlformats-officedocument.presentationml.slide+xml" PartName="/ppt/slides/slide114.xml"/>
  <Override ContentType="application/vnd.openxmlformats-officedocument.presentationml.slide+xml" PartName="/ppt/slides/slide31.xml"/>
  <Override ContentType="application/vnd.openxmlformats-officedocument.presentationml.slide+xml" PartName="/ppt/slides/slide87.xml"/>
  <Override ContentType="application/vnd.openxmlformats-officedocument.presentationml.slide+xml" PartName="/ppt/slides/slide74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60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12.xml"/>
  <Override ContentType="application/vnd.openxmlformats-officedocument.presentationml.slide+xml" PartName="/ppt/slides/slide95.xml"/>
  <Override ContentType="application/vnd.openxmlformats-officedocument.presentationml.slide+xml" PartName="/ppt/slides/slide69.xml"/>
  <Override ContentType="application/vnd.openxmlformats-officedocument.presentationml.slide+xml" PartName="/ppt/slides/slide85.xml"/>
  <Override ContentType="application/vnd.openxmlformats-officedocument.presentationml.slide+xml" PartName="/ppt/slides/slide42.xml"/>
  <Override ContentType="application/vnd.openxmlformats-officedocument.presentationml.slide+xml" PartName="/ppt/slides/slide50.xml"/>
  <Override ContentType="application/vnd.openxmlformats-officedocument.presentationml.slide+xml" PartName="/ppt/slides/slide77.xml"/>
  <Override ContentType="application/vnd.openxmlformats-officedocument.presentationml.slide+xml" PartName="/ppt/slides/slide34.xml"/>
  <Override ContentType="application/vnd.openxmlformats-officedocument.presentationml.slide+xml" PartName="/ppt/slides/slide16.xml"/>
  <Override ContentType="application/vnd.openxmlformats-officedocument.presentationml.slide+xml" PartName="/ppt/slides/slide104.xml"/>
  <Override ContentType="application/vnd.openxmlformats-officedocument.presentationml.slide+xml" PartName="/ppt/slides/slide24.xml"/>
  <Override ContentType="application/vnd.openxmlformats-officedocument.presentationml.slide+xml" PartName="/ppt/slides/slide97.xml"/>
  <Override ContentType="application/vnd.openxmlformats-officedocument.presentationml.slide+xml" PartName="/ppt/slides/slide11.xml"/>
  <Override ContentType="application/vnd.openxmlformats-officedocument.presentationml.slide+xml" PartName="/ppt/slides/slide110.xml"/>
  <Override ContentType="application/vnd.openxmlformats-officedocument.presentationml.slide+xml" PartName="/ppt/slides/slide6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79.xml"/>
  <Override ContentType="application/vnd.openxmlformats-officedocument.presentationml.slide+xml" PartName="/ppt/slides/slide49.xml"/>
  <Override ContentType="application/vnd.openxmlformats-officedocument.presentationml.slide+xml" PartName="/ppt/slides/slide83.xml"/>
  <Override ContentType="application/vnd.openxmlformats-officedocument.presentationml.slide+xml" PartName="/ppt/slides/slide106.xml"/>
  <Override ContentType="application/vnd.openxmlformats-officedocument.presentationml.slide+xml" PartName="/ppt/slides/slide70.xml"/>
  <Override ContentType="application/vnd.openxmlformats-officedocument.presentationml.slide+xml" PartName="/ppt/slides/slide6.xml"/>
  <Override ContentType="application/vnd.openxmlformats-officedocument.presentationml.slide+xml" PartName="/ppt/slides/slide40.xml"/>
  <Override ContentType="application/vnd.openxmlformats-officedocument.presentationml.slide+xml" PartName="/ppt/slides/slide73.xml"/>
  <Override ContentType="application/vnd.openxmlformats-officedocument.presentationml.slide+xml" PartName="/ppt/slides/slide30.xml"/>
  <Override ContentType="application/vnd.openxmlformats-officedocument.presentationml.slide+xml" PartName="/ppt/slides/slide109.xml"/>
  <Override ContentType="application/vnd.openxmlformats-officedocument.presentationml.slide+xml" PartName="/ppt/slides/slide99.xml"/>
  <Override ContentType="application/vnd.openxmlformats-officedocument.presentationml.slide+xml" PartName="/ppt/slides/slide3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47.xml"/>
  <Override ContentType="application/vnd.openxmlformats-officedocument.presentationml.slide+xml" PartName="/ppt/slides/slide21.xml"/>
  <Override ContentType="application/vnd.openxmlformats-officedocument.presentationml.slide+xml" PartName="/ppt/slides/slide100.xml"/>
  <Override ContentType="application/vnd.openxmlformats-officedocument.presentationml.slide+xml" PartName="/ppt/slides/slide64.xml"/>
  <Override ContentType="application/vnd.openxmlformats-officedocument.presentationml.slide+xml" PartName="/ppt/slides/slide81.xml"/>
  <Override ContentType="application/vnd.openxmlformats-officedocument.presentationml.slide+xml" PartName="/ppt/slides/slide90.xml"/>
  <Override ContentType="application/vnd.openxmlformats-officedocument.presentationml.slide+xml" PartName="/ppt/slides/slide8.xml"/>
  <Override ContentType="application/vnd.openxmlformats-officedocument.presentationml.slide+xml" PartName="/ppt/slides/slide32.xml"/>
  <Override ContentType="application/vnd.openxmlformats-officedocument.presentationml.slide+xml" PartName="/ppt/slides/slide62.xml"/>
  <Override ContentType="application/vnd.openxmlformats-officedocument.presentationml.slide+xml" PartName="/ppt/slides/slide75.xml"/>
  <Override ContentType="application/vnd.openxmlformats-officedocument.presentationml.slide+xml" PartName="/ppt/slides/slide1.xml"/>
  <Override ContentType="application/vnd.openxmlformats-officedocument.presentationml.slide+xml" PartName="/ppt/slides/slide58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88.xml"/>
  <Override ContentType="application/vnd.openxmlformats-officedocument.presentationml.slide+xml" PartName="/ppt/slides/slide92.xml"/>
  <Override ContentType="application/vnd.openxmlformats-officedocument.presentationml.slide+xml" PartName="/ppt/slides/slide115.xml"/>
  <Override ContentType="application/vnd.openxmlformats-officedocument.presentationml.slide+xml" PartName="/ppt/slides/slide102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  <p:sldId id="308" r:id="rId58"/>
    <p:sldId id="309" r:id="rId59"/>
    <p:sldId id="310" r:id="rId60"/>
    <p:sldId id="311" r:id="rId61"/>
    <p:sldId id="312" r:id="rId62"/>
    <p:sldId id="313" r:id="rId63"/>
    <p:sldId id="314" r:id="rId64"/>
    <p:sldId id="315" r:id="rId65"/>
    <p:sldId id="316" r:id="rId66"/>
    <p:sldId id="317" r:id="rId67"/>
    <p:sldId id="318" r:id="rId68"/>
    <p:sldId id="319" r:id="rId69"/>
    <p:sldId id="320" r:id="rId70"/>
    <p:sldId id="321" r:id="rId71"/>
    <p:sldId id="322" r:id="rId72"/>
    <p:sldId id="323" r:id="rId73"/>
    <p:sldId id="324" r:id="rId74"/>
    <p:sldId id="325" r:id="rId75"/>
    <p:sldId id="326" r:id="rId76"/>
    <p:sldId id="327" r:id="rId77"/>
    <p:sldId id="328" r:id="rId78"/>
    <p:sldId id="329" r:id="rId79"/>
    <p:sldId id="330" r:id="rId80"/>
    <p:sldId id="331" r:id="rId81"/>
    <p:sldId id="332" r:id="rId82"/>
    <p:sldId id="333" r:id="rId83"/>
    <p:sldId id="334" r:id="rId84"/>
    <p:sldId id="335" r:id="rId85"/>
    <p:sldId id="336" r:id="rId86"/>
    <p:sldId id="337" r:id="rId87"/>
    <p:sldId id="338" r:id="rId88"/>
    <p:sldId id="339" r:id="rId89"/>
    <p:sldId id="340" r:id="rId90"/>
    <p:sldId id="341" r:id="rId91"/>
    <p:sldId id="342" r:id="rId92"/>
    <p:sldId id="343" r:id="rId93"/>
    <p:sldId id="344" r:id="rId94"/>
    <p:sldId id="345" r:id="rId95"/>
    <p:sldId id="346" r:id="rId96"/>
    <p:sldId id="347" r:id="rId97"/>
    <p:sldId id="348" r:id="rId98"/>
    <p:sldId id="349" r:id="rId99"/>
    <p:sldId id="350" r:id="rId100"/>
    <p:sldId id="351" r:id="rId101"/>
    <p:sldId id="352" r:id="rId102"/>
    <p:sldId id="353" r:id="rId103"/>
    <p:sldId id="354" r:id="rId104"/>
    <p:sldId id="355" r:id="rId105"/>
    <p:sldId id="356" r:id="rId106"/>
    <p:sldId id="357" r:id="rId107"/>
    <p:sldId id="358" r:id="rId108"/>
    <p:sldId id="359" r:id="rId109"/>
    <p:sldId id="360" r:id="rId110"/>
    <p:sldId id="361" r:id="rId111"/>
    <p:sldId id="362" r:id="rId112"/>
    <p:sldId id="363" r:id="rId113"/>
    <p:sldId id="364" r:id="rId114"/>
    <p:sldId id="365" r:id="rId115"/>
    <p:sldId id="366" r:id="rId116"/>
    <p:sldId id="367" r:id="rId117"/>
    <p:sldId id="368" r:id="rId118"/>
    <p:sldId id="369" r:id="rId119"/>
    <p:sldId id="370" r:id="rId120"/>
    <p:sldId id="371" r:id="rId121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384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107" Type="http://schemas.openxmlformats.org/officeDocument/2006/relationships/slide" Target="slides/slide102.xml"/><Relationship Id="rId106" Type="http://schemas.openxmlformats.org/officeDocument/2006/relationships/slide" Target="slides/slide101.xml"/><Relationship Id="rId105" Type="http://schemas.openxmlformats.org/officeDocument/2006/relationships/slide" Target="slides/slide100.xml"/><Relationship Id="rId104" Type="http://schemas.openxmlformats.org/officeDocument/2006/relationships/slide" Target="slides/slide99.xml"/><Relationship Id="rId109" Type="http://schemas.openxmlformats.org/officeDocument/2006/relationships/slide" Target="slides/slide104.xml"/><Relationship Id="rId108" Type="http://schemas.openxmlformats.org/officeDocument/2006/relationships/slide" Target="slides/slide103.xml"/><Relationship Id="rId48" Type="http://schemas.openxmlformats.org/officeDocument/2006/relationships/slide" Target="slides/slide43.xml"/><Relationship Id="rId47" Type="http://schemas.openxmlformats.org/officeDocument/2006/relationships/slide" Target="slides/slide42.xml"/><Relationship Id="rId49" Type="http://schemas.openxmlformats.org/officeDocument/2006/relationships/slide" Target="slides/slide44.xml"/><Relationship Id="rId103" Type="http://schemas.openxmlformats.org/officeDocument/2006/relationships/slide" Target="slides/slide98.xml"/><Relationship Id="rId102" Type="http://schemas.openxmlformats.org/officeDocument/2006/relationships/slide" Target="slides/slide97.xml"/><Relationship Id="rId101" Type="http://schemas.openxmlformats.org/officeDocument/2006/relationships/slide" Target="slides/slide96.xml"/><Relationship Id="rId100" Type="http://schemas.openxmlformats.org/officeDocument/2006/relationships/slide" Target="slides/slide95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6" Type="http://schemas.openxmlformats.org/officeDocument/2006/relationships/slide" Target="slides/slide21.xml"/><Relationship Id="rId121" Type="http://schemas.openxmlformats.org/officeDocument/2006/relationships/slide" Target="slides/slide116.xml"/><Relationship Id="rId25" Type="http://schemas.openxmlformats.org/officeDocument/2006/relationships/slide" Target="slides/slide20.xml"/><Relationship Id="rId120" Type="http://schemas.openxmlformats.org/officeDocument/2006/relationships/slide" Target="slides/slide115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95" Type="http://schemas.openxmlformats.org/officeDocument/2006/relationships/slide" Target="slides/slide90.xml"/><Relationship Id="rId94" Type="http://schemas.openxmlformats.org/officeDocument/2006/relationships/slide" Target="slides/slide89.xml"/><Relationship Id="rId97" Type="http://schemas.openxmlformats.org/officeDocument/2006/relationships/slide" Target="slides/slide92.xml"/><Relationship Id="rId96" Type="http://schemas.openxmlformats.org/officeDocument/2006/relationships/slide" Target="slides/slide91.xml"/><Relationship Id="rId11" Type="http://schemas.openxmlformats.org/officeDocument/2006/relationships/slide" Target="slides/slide6.xml"/><Relationship Id="rId99" Type="http://schemas.openxmlformats.org/officeDocument/2006/relationships/slide" Target="slides/slide94.xml"/><Relationship Id="rId10" Type="http://schemas.openxmlformats.org/officeDocument/2006/relationships/slide" Target="slides/slide5.xml"/><Relationship Id="rId98" Type="http://schemas.openxmlformats.org/officeDocument/2006/relationships/slide" Target="slides/slide93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91" Type="http://schemas.openxmlformats.org/officeDocument/2006/relationships/slide" Target="slides/slide86.xml"/><Relationship Id="rId90" Type="http://schemas.openxmlformats.org/officeDocument/2006/relationships/slide" Target="slides/slide85.xml"/><Relationship Id="rId93" Type="http://schemas.openxmlformats.org/officeDocument/2006/relationships/slide" Target="slides/slide88.xml"/><Relationship Id="rId92" Type="http://schemas.openxmlformats.org/officeDocument/2006/relationships/slide" Target="slides/slide87.xml"/><Relationship Id="rId118" Type="http://schemas.openxmlformats.org/officeDocument/2006/relationships/slide" Target="slides/slide113.xml"/><Relationship Id="rId117" Type="http://schemas.openxmlformats.org/officeDocument/2006/relationships/slide" Target="slides/slide112.xml"/><Relationship Id="rId116" Type="http://schemas.openxmlformats.org/officeDocument/2006/relationships/slide" Target="slides/slide111.xml"/><Relationship Id="rId115" Type="http://schemas.openxmlformats.org/officeDocument/2006/relationships/slide" Target="slides/slide110.xml"/><Relationship Id="rId119" Type="http://schemas.openxmlformats.org/officeDocument/2006/relationships/slide" Target="slides/slide114.xml"/><Relationship Id="rId15" Type="http://schemas.openxmlformats.org/officeDocument/2006/relationships/slide" Target="slides/slide10.xml"/><Relationship Id="rId110" Type="http://schemas.openxmlformats.org/officeDocument/2006/relationships/slide" Target="slides/slide105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14" Type="http://schemas.openxmlformats.org/officeDocument/2006/relationships/slide" Target="slides/slide109.xml"/><Relationship Id="rId18" Type="http://schemas.openxmlformats.org/officeDocument/2006/relationships/slide" Target="slides/slide13.xml"/><Relationship Id="rId113" Type="http://schemas.openxmlformats.org/officeDocument/2006/relationships/slide" Target="slides/slide108.xml"/><Relationship Id="rId112" Type="http://schemas.openxmlformats.org/officeDocument/2006/relationships/slide" Target="slides/slide107.xml"/><Relationship Id="rId111" Type="http://schemas.openxmlformats.org/officeDocument/2006/relationships/slide" Target="slides/slide106.xml"/><Relationship Id="rId84" Type="http://schemas.openxmlformats.org/officeDocument/2006/relationships/slide" Target="slides/slide79.xml"/><Relationship Id="rId83" Type="http://schemas.openxmlformats.org/officeDocument/2006/relationships/slide" Target="slides/slide78.xml"/><Relationship Id="rId86" Type="http://schemas.openxmlformats.org/officeDocument/2006/relationships/slide" Target="slides/slide81.xml"/><Relationship Id="rId85" Type="http://schemas.openxmlformats.org/officeDocument/2006/relationships/slide" Target="slides/slide80.xml"/><Relationship Id="rId88" Type="http://schemas.openxmlformats.org/officeDocument/2006/relationships/slide" Target="slides/slide83.xml"/><Relationship Id="rId87" Type="http://schemas.openxmlformats.org/officeDocument/2006/relationships/slide" Target="slides/slide82.xml"/><Relationship Id="rId89" Type="http://schemas.openxmlformats.org/officeDocument/2006/relationships/slide" Target="slides/slide84.xml"/><Relationship Id="rId80" Type="http://schemas.openxmlformats.org/officeDocument/2006/relationships/slide" Target="slides/slide75.xml"/><Relationship Id="rId82" Type="http://schemas.openxmlformats.org/officeDocument/2006/relationships/slide" Target="slides/slide77.xml"/><Relationship Id="rId81" Type="http://schemas.openxmlformats.org/officeDocument/2006/relationships/slide" Target="slides/slide76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73" Type="http://schemas.openxmlformats.org/officeDocument/2006/relationships/slide" Target="slides/slide68.xml"/><Relationship Id="rId72" Type="http://schemas.openxmlformats.org/officeDocument/2006/relationships/slide" Target="slides/slide67.xml"/><Relationship Id="rId75" Type="http://schemas.openxmlformats.org/officeDocument/2006/relationships/slide" Target="slides/slide70.xml"/><Relationship Id="rId74" Type="http://schemas.openxmlformats.org/officeDocument/2006/relationships/slide" Target="slides/slide69.xml"/><Relationship Id="rId77" Type="http://schemas.openxmlformats.org/officeDocument/2006/relationships/slide" Target="slides/slide72.xml"/><Relationship Id="rId76" Type="http://schemas.openxmlformats.org/officeDocument/2006/relationships/slide" Target="slides/slide71.xml"/><Relationship Id="rId79" Type="http://schemas.openxmlformats.org/officeDocument/2006/relationships/slide" Target="slides/slide74.xml"/><Relationship Id="rId78" Type="http://schemas.openxmlformats.org/officeDocument/2006/relationships/slide" Target="slides/slide73.xml"/><Relationship Id="rId71" Type="http://schemas.openxmlformats.org/officeDocument/2006/relationships/slide" Target="slides/slide66.xml"/><Relationship Id="rId70" Type="http://schemas.openxmlformats.org/officeDocument/2006/relationships/slide" Target="slides/slide65.xml"/><Relationship Id="rId62" Type="http://schemas.openxmlformats.org/officeDocument/2006/relationships/slide" Target="slides/slide57.xml"/><Relationship Id="rId61" Type="http://schemas.openxmlformats.org/officeDocument/2006/relationships/slide" Target="slides/slide56.xml"/><Relationship Id="rId64" Type="http://schemas.openxmlformats.org/officeDocument/2006/relationships/slide" Target="slides/slide59.xml"/><Relationship Id="rId63" Type="http://schemas.openxmlformats.org/officeDocument/2006/relationships/slide" Target="slides/slide58.xml"/><Relationship Id="rId66" Type="http://schemas.openxmlformats.org/officeDocument/2006/relationships/slide" Target="slides/slide61.xml"/><Relationship Id="rId65" Type="http://schemas.openxmlformats.org/officeDocument/2006/relationships/slide" Target="slides/slide60.xml"/><Relationship Id="rId68" Type="http://schemas.openxmlformats.org/officeDocument/2006/relationships/slide" Target="slides/slide63.xml"/><Relationship Id="rId67" Type="http://schemas.openxmlformats.org/officeDocument/2006/relationships/slide" Target="slides/slide62.xml"/><Relationship Id="rId60" Type="http://schemas.openxmlformats.org/officeDocument/2006/relationships/slide" Target="slides/slide55.xml"/><Relationship Id="rId69" Type="http://schemas.openxmlformats.org/officeDocument/2006/relationships/slide" Target="slides/slide64.xml"/><Relationship Id="rId51" Type="http://schemas.openxmlformats.org/officeDocument/2006/relationships/slide" Target="slides/slide46.xml"/><Relationship Id="rId50" Type="http://schemas.openxmlformats.org/officeDocument/2006/relationships/slide" Target="slides/slide45.xml"/><Relationship Id="rId53" Type="http://schemas.openxmlformats.org/officeDocument/2006/relationships/slide" Target="slides/slide48.xml"/><Relationship Id="rId52" Type="http://schemas.openxmlformats.org/officeDocument/2006/relationships/slide" Target="slides/slide47.xml"/><Relationship Id="rId55" Type="http://schemas.openxmlformats.org/officeDocument/2006/relationships/slide" Target="slides/slide50.xml"/><Relationship Id="rId54" Type="http://schemas.openxmlformats.org/officeDocument/2006/relationships/slide" Target="slides/slide49.xml"/><Relationship Id="rId57" Type="http://schemas.openxmlformats.org/officeDocument/2006/relationships/slide" Target="slides/slide52.xml"/><Relationship Id="rId56" Type="http://schemas.openxmlformats.org/officeDocument/2006/relationships/slide" Target="slides/slide51.xml"/><Relationship Id="rId59" Type="http://schemas.openxmlformats.org/officeDocument/2006/relationships/slide" Target="slides/slide54.xml"/><Relationship Id="rId58" Type="http://schemas.openxmlformats.org/officeDocument/2006/relationships/slide" Target="slides/slide5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1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1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2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2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2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2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2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2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2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2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2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2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3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3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p3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3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p3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p3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p3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" name="Google Shape;270;p3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p3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" name="Google Shape;280;p3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p4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p4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" name="Google Shape;295;p4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0" name="Google Shape;300;p4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5" name="Google Shape;305;p4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0" name="Google Shape;310;p4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5" name="Google Shape;315;p4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0" name="Google Shape;320;p4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5" name="Google Shape;325;p4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0" name="Google Shape;330;p4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5" name="Google Shape;335;p5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0" name="Google Shape;340;p5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5" name="Google Shape;345;p5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0" name="Google Shape;350;p5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5" name="Google Shape;355;p5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0" name="Google Shape;360;p5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5" name="Google Shape;365;p5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0" name="Google Shape;370;p5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5" name="Google Shape;375;p5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0" name="Google Shape;380;p5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5" name="Google Shape;385;p6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p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0" name="Google Shape;390;p6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p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5" name="Google Shape;395;p6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0" name="Google Shape;400;p6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p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5" name="Google Shape;405;p6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8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p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0" name="Google Shape;410;p6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p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5" name="Google Shape;415;p6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p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0" name="Google Shape;420;p6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3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p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5" name="Google Shape;425;p6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8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p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0" name="Google Shape;430;p6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3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p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5" name="Google Shape;435;p7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8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p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0" name="Google Shape;440;p7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3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p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5" name="Google Shape;445;p7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8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p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0" name="Google Shape;450;p7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3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p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5" name="Google Shape;455;p7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8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p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0" name="Google Shape;460;p7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3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Google Shape;464;p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5" name="Google Shape;465;p7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8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Google Shape;469;p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0" name="Google Shape;470;p7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3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Google Shape;474;p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5" name="Google Shape;475;p7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8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p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0" name="Google Shape;480;p7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3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p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5" name="Google Shape;485;p8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8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Google Shape;489;p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0" name="Google Shape;490;p8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3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p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5" name="Google Shape;495;p8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8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Google Shape;499;p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0" name="Google Shape;500;p8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3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Google Shape;504;p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5" name="Google Shape;505;p8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8" name="Shape 5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" name="Google Shape;509;p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0" name="Google Shape;510;p8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3" name="Shape 5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" name="Google Shape;514;p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5" name="Google Shape;515;p8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8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Google Shape;519;p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0" name="Google Shape;520;p8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3" name="Shape 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" name="Google Shape;524;p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5" name="Google Shape;525;p8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8" name="Shape 5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Google Shape;529;p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0" name="Google Shape;530;p8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3" name="Shape 5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Google Shape;534;p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5" name="Google Shape;535;p9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8" name="Shape 5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9" name="Google Shape;539;p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0" name="Google Shape;540;p9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3" name="Shape 5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4" name="Google Shape;544;p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5" name="Google Shape;545;p9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8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" name="Google Shape;549;p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0" name="Google Shape;550;p9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3" name="Shape 5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4" name="Google Shape;554;p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5" name="Google Shape;555;p9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8" name="Shape 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" name="Google Shape;559;p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0" name="Google Shape;560;p9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3" name="Shape 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4" name="Google Shape;564;p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5" name="Google Shape;565;p9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8" name="Shape 5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9" name="Google Shape;569;p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0" name="Google Shape;570;p9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3" name="Shape 5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4" name="Google Shape;574;p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5" name="Google Shape;575;p9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8" name="Shape 5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9" name="Google Shape;579;p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0" name="Google Shape;580;p9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3" name="Shape 5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4" name="Google Shape;584;p1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5" name="Google Shape;585;p10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8" name="Shape 5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9" name="Google Shape;589;p1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0" name="Google Shape;590;p10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3" name="Shape 5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4" name="Google Shape;594;p1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5" name="Google Shape;595;p10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8" name="Shape 5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9" name="Google Shape;599;p1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0" name="Google Shape;600;p10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3" name="Shape 6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" name="Google Shape;604;p1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5" name="Google Shape;605;p10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8" name="Shape 6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9" name="Google Shape;609;p1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0" name="Google Shape;610;p10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3" name="Shape 6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" name="Google Shape;614;p1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5" name="Google Shape;615;p10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8" name="Shape 6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9" name="Google Shape;619;p1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0" name="Google Shape;620;p10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3" name="Shape 6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" name="Google Shape;624;p1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5" name="Google Shape;625;p10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8" name="Shape 6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9" name="Google Shape;629;p1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0" name="Google Shape;630;p10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3" name="Shape 6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" name="Google Shape;634;p1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5" name="Google Shape;635;p1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8" name="Shape 6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9" name="Google Shape;639;p1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0" name="Google Shape;640;p1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3" name="Shape 6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4" name="Google Shape;644;p1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5" name="Google Shape;645;p1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8" name="Shape 6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9" name="Google Shape;649;p1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0" name="Google Shape;650;p1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3" name="Shape 6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4" name="Google Shape;654;p1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5" name="Google Shape;655;p1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8" name="Shape 6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9" name="Google Shape;659;p1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0" name="Google Shape;660;p1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3" name="Shape 6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4" name="Google Shape;664;p1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5" name="Google Shape;665;p1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2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8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4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0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8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9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6.jp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5.jp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7.jp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7.jp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0.jp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1.jp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3.jp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9.jp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4.jp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9.jp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3.jp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1.jp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32.jp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27.jp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25.jp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26.jp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22.jp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35.jp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39.jp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31.jp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30.jp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34.jp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40.jp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28.jp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33.jp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38.jp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37.jp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36.jp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42.jp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41.jp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44.jpg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49.jpg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43.jpg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46.jpg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47.jpg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45.jpg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48.jpg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1.xml"/><Relationship Id="rId3" Type="http://schemas.openxmlformats.org/officeDocument/2006/relationships/image" Target="../media/image50.jpg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2.xml"/><Relationship Id="rId3" Type="http://schemas.openxmlformats.org/officeDocument/2006/relationships/image" Target="../media/image54.jpg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3.xml"/><Relationship Id="rId3" Type="http://schemas.openxmlformats.org/officeDocument/2006/relationships/image" Target="../media/image51.jpg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4.xml"/><Relationship Id="rId3" Type="http://schemas.openxmlformats.org/officeDocument/2006/relationships/image" Target="../media/image53.jpg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5.xml"/><Relationship Id="rId3" Type="http://schemas.openxmlformats.org/officeDocument/2006/relationships/image" Target="../media/image56.jpg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6.xml"/><Relationship Id="rId3" Type="http://schemas.openxmlformats.org/officeDocument/2006/relationships/image" Target="../media/image52.jpg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7.xml"/><Relationship Id="rId3" Type="http://schemas.openxmlformats.org/officeDocument/2006/relationships/image" Target="../media/image58.jpg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8.xml"/><Relationship Id="rId3" Type="http://schemas.openxmlformats.org/officeDocument/2006/relationships/image" Target="../media/image55.jpg"/></Relationships>
</file>

<file path=ppt/slides/_rels/slide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9.xml"/><Relationship Id="rId3" Type="http://schemas.openxmlformats.org/officeDocument/2006/relationships/image" Target="../media/image57.jpg"/></Relationships>
</file>

<file path=ppt/slides/_rels/slide6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0.xml"/><Relationship Id="rId3" Type="http://schemas.openxmlformats.org/officeDocument/2006/relationships/image" Target="../media/image60.jpg"/></Relationships>
</file>

<file path=ppt/slides/_rels/slide6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1.xml"/><Relationship Id="rId3" Type="http://schemas.openxmlformats.org/officeDocument/2006/relationships/image" Target="../media/image62.jpg"/></Relationships>
</file>

<file path=ppt/slides/_rels/slide6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2.xml"/><Relationship Id="rId3" Type="http://schemas.openxmlformats.org/officeDocument/2006/relationships/image" Target="../media/image61.jpg"/></Relationships>
</file>

<file path=ppt/slides/_rels/slide6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3.xml"/><Relationship Id="rId3" Type="http://schemas.openxmlformats.org/officeDocument/2006/relationships/image" Target="../media/image67.jpg"/></Relationships>
</file>

<file path=ppt/slides/_rels/slide6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4.xml"/><Relationship Id="rId3" Type="http://schemas.openxmlformats.org/officeDocument/2006/relationships/image" Target="../media/image59.jpg"/></Relationships>
</file>

<file path=ppt/slides/_rels/slide6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5.xml"/><Relationship Id="rId3" Type="http://schemas.openxmlformats.org/officeDocument/2006/relationships/image" Target="../media/image65.jpg"/></Relationships>
</file>

<file path=ppt/slides/_rels/slide6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6.xml"/><Relationship Id="rId3" Type="http://schemas.openxmlformats.org/officeDocument/2006/relationships/image" Target="../media/image74.jpg"/></Relationships>
</file>

<file path=ppt/slides/_rels/slide6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7.xml"/><Relationship Id="rId3" Type="http://schemas.openxmlformats.org/officeDocument/2006/relationships/image" Target="../media/image64.jpg"/></Relationships>
</file>

<file path=ppt/slides/_rels/slide6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8.xml"/><Relationship Id="rId3" Type="http://schemas.openxmlformats.org/officeDocument/2006/relationships/image" Target="../media/image63.jpg"/></Relationships>
</file>

<file path=ppt/slides/_rels/slide6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9.xml"/><Relationship Id="rId3" Type="http://schemas.openxmlformats.org/officeDocument/2006/relationships/image" Target="../media/image69.jpg"/></Relationships>
</file>

<file path=ppt/slides/_rels/slide7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0.xml"/><Relationship Id="rId3" Type="http://schemas.openxmlformats.org/officeDocument/2006/relationships/image" Target="../media/image68.jpg"/></Relationships>
</file>

<file path=ppt/slides/_rels/slide7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1.xml"/><Relationship Id="rId3" Type="http://schemas.openxmlformats.org/officeDocument/2006/relationships/image" Target="../media/image66.jpg"/></Relationships>
</file>

<file path=ppt/slides/_rels/slide7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2.xml"/><Relationship Id="rId3" Type="http://schemas.openxmlformats.org/officeDocument/2006/relationships/image" Target="../media/image70.jpg"/></Relationships>
</file>

<file path=ppt/slides/_rels/slide7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3.xml"/><Relationship Id="rId3" Type="http://schemas.openxmlformats.org/officeDocument/2006/relationships/image" Target="../media/image76.jpg"/></Relationships>
</file>

<file path=ppt/slides/_rels/slide7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4.xml"/><Relationship Id="rId3" Type="http://schemas.openxmlformats.org/officeDocument/2006/relationships/image" Target="../media/image71.jpg"/></Relationships>
</file>

<file path=ppt/slides/_rels/slide7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5.xml"/><Relationship Id="rId3" Type="http://schemas.openxmlformats.org/officeDocument/2006/relationships/image" Target="../media/image72.jpg"/></Relationships>
</file>

<file path=ppt/slides/_rels/slide7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6.xml"/><Relationship Id="rId3" Type="http://schemas.openxmlformats.org/officeDocument/2006/relationships/image" Target="../media/image75.jpg"/></Relationships>
</file>

<file path=ppt/slides/_rels/slide7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7.xml"/><Relationship Id="rId3" Type="http://schemas.openxmlformats.org/officeDocument/2006/relationships/image" Target="../media/image81.jpg"/></Relationships>
</file>

<file path=ppt/slides/_rels/slide7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8.xml"/><Relationship Id="rId3" Type="http://schemas.openxmlformats.org/officeDocument/2006/relationships/image" Target="../media/image82.jpg"/></Relationships>
</file>

<file path=ppt/slides/_rels/slide7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9.xml"/><Relationship Id="rId3" Type="http://schemas.openxmlformats.org/officeDocument/2006/relationships/image" Target="../media/image73.jpg"/></Relationships>
</file>

<file path=ppt/slides/_rels/slide8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0.xml"/><Relationship Id="rId3" Type="http://schemas.openxmlformats.org/officeDocument/2006/relationships/image" Target="../media/image77.jpg"/></Relationships>
</file>

<file path=ppt/slides/_rels/slide8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1.xml"/><Relationship Id="rId3" Type="http://schemas.openxmlformats.org/officeDocument/2006/relationships/image" Target="../media/image87.jpg"/></Relationships>
</file>

<file path=ppt/slides/_rels/slide8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2.xml"/><Relationship Id="rId3" Type="http://schemas.openxmlformats.org/officeDocument/2006/relationships/image" Target="../media/image85.jpg"/></Relationships>
</file>

<file path=ppt/slides/_rels/slide8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3.xml"/><Relationship Id="rId3" Type="http://schemas.openxmlformats.org/officeDocument/2006/relationships/image" Target="../media/image92.jpg"/></Relationships>
</file>

<file path=ppt/slides/_rels/slide8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4.xml"/><Relationship Id="rId3" Type="http://schemas.openxmlformats.org/officeDocument/2006/relationships/image" Target="../media/image78.jpg"/></Relationships>
</file>

<file path=ppt/slides/_rels/slide8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5.xml"/><Relationship Id="rId3" Type="http://schemas.openxmlformats.org/officeDocument/2006/relationships/image" Target="../media/image83.jpg"/></Relationships>
</file>

<file path=ppt/slides/_rels/slide8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6.xml"/><Relationship Id="rId3" Type="http://schemas.openxmlformats.org/officeDocument/2006/relationships/image" Target="../media/image89.jpg"/></Relationships>
</file>

<file path=ppt/slides/_rels/slide8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7.xml"/><Relationship Id="rId3" Type="http://schemas.openxmlformats.org/officeDocument/2006/relationships/image" Target="../media/image90.jpg"/></Relationships>
</file>

<file path=ppt/slides/_rels/slide8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8.xml"/><Relationship Id="rId3" Type="http://schemas.openxmlformats.org/officeDocument/2006/relationships/image" Target="../media/image79.jpg"/></Relationships>
</file>

<file path=ppt/slides/_rels/slide8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9.xml"/><Relationship Id="rId3" Type="http://schemas.openxmlformats.org/officeDocument/2006/relationships/image" Target="../media/image80.jpg"/></Relationships>
</file>

<file path=ppt/slides/_rels/slide9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0.xml"/><Relationship Id="rId3" Type="http://schemas.openxmlformats.org/officeDocument/2006/relationships/image" Target="../media/image93.jpg"/></Relationships>
</file>

<file path=ppt/slides/_rels/slide9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1.xml"/><Relationship Id="rId3" Type="http://schemas.openxmlformats.org/officeDocument/2006/relationships/image" Target="../media/image86.jpg"/></Relationships>
</file>

<file path=ppt/slides/_rels/slide9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2.xml"/><Relationship Id="rId3" Type="http://schemas.openxmlformats.org/officeDocument/2006/relationships/image" Target="../media/image84.jpg"/></Relationships>
</file>

<file path=ppt/slides/_rels/slide9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3.xml"/><Relationship Id="rId3" Type="http://schemas.openxmlformats.org/officeDocument/2006/relationships/image" Target="../media/image88.jpg"/></Relationships>
</file>

<file path=ppt/slides/_rels/slide9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4.xml"/><Relationship Id="rId3" Type="http://schemas.openxmlformats.org/officeDocument/2006/relationships/image" Target="../media/image91.jpg"/></Relationships>
</file>

<file path=ppt/slides/_rels/slide9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5.xml"/><Relationship Id="rId3" Type="http://schemas.openxmlformats.org/officeDocument/2006/relationships/image" Target="../media/image95.jpg"/></Relationships>
</file>

<file path=ppt/slides/_rels/slide9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6.xml"/><Relationship Id="rId3" Type="http://schemas.openxmlformats.org/officeDocument/2006/relationships/image" Target="../media/image94.jpg"/></Relationships>
</file>

<file path=ppt/slides/_rels/slide9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7.xml"/><Relationship Id="rId3" Type="http://schemas.openxmlformats.org/officeDocument/2006/relationships/image" Target="../media/image96.jpg"/></Relationships>
</file>

<file path=ppt/slides/_rels/slide9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8.xml"/><Relationship Id="rId3" Type="http://schemas.openxmlformats.org/officeDocument/2006/relationships/image" Target="../media/image97.jpg"/></Relationships>
</file>

<file path=ppt/slides/_rels/slide9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9.xml"/><Relationship Id="rId3" Type="http://schemas.openxmlformats.org/officeDocument/2006/relationships/image" Target="../media/image98.jpg"/></Relationships>
</file>

<file path=ppt/slides/_rels/slide10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0.xml"/><Relationship Id="rId3" Type="http://schemas.openxmlformats.org/officeDocument/2006/relationships/image" Target="../media/image102.jpg"/></Relationships>
</file>

<file path=ppt/slides/_rels/slide10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1.xml"/><Relationship Id="rId3" Type="http://schemas.openxmlformats.org/officeDocument/2006/relationships/image" Target="../media/image101.jpg"/></Relationships>
</file>

<file path=ppt/slides/_rels/slide10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2.xml"/><Relationship Id="rId3" Type="http://schemas.openxmlformats.org/officeDocument/2006/relationships/image" Target="../media/image100.jpg"/></Relationships>
</file>

<file path=ppt/slides/_rels/slide10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3.xml"/><Relationship Id="rId3" Type="http://schemas.openxmlformats.org/officeDocument/2006/relationships/image" Target="../media/image103.jpg"/></Relationships>
</file>

<file path=ppt/slides/_rels/slide10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4.xml"/><Relationship Id="rId3" Type="http://schemas.openxmlformats.org/officeDocument/2006/relationships/image" Target="../media/image99.jpg"/></Relationships>
</file>

<file path=ppt/slides/_rels/slide10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5.xml"/><Relationship Id="rId3" Type="http://schemas.openxmlformats.org/officeDocument/2006/relationships/image" Target="../media/image105.jpg"/></Relationships>
</file>

<file path=ppt/slides/_rels/slide10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6.xml"/><Relationship Id="rId3" Type="http://schemas.openxmlformats.org/officeDocument/2006/relationships/image" Target="../media/image104.jpg"/></Relationships>
</file>

<file path=ppt/slides/_rels/slide10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7.xml"/><Relationship Id="rId3" Type="http://schemas.openxmlformats.org/officeDocument/2006/relationships/image" Target="../media/image109.jpg"/></Relationships>
</file>

<file path=ppt/slides/_rels/slide10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8.xml"/><Relationship Id="rId3" Type="http://schemas.openxmlformats.org/officeDocument/2006/relationships/image" Target="../media/image113.jpg"/></Relationships>
</file>

<file path=ppt/slides/_rels/slide10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9.xml"/><Relationship Id="rId3" Type="http://schemas.openxmlformats.org/officeDocument/2006/relationships/image" Target="../media/image106.jpg"/></Relationships>
</file>

<file path=ppt/slides/_rels/slide1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0.xml"/><Relationship Id="rId3" Type="http://schemas.openxmlformats.org/officeDocument/2006/relationships/image" Target="../media/image108.jpg"/></Relationships>
</file>

<file path=ppt/slides/_rels/slide1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1.xml"/><Relationship Id="rId3" Type="http://schemas.openxmlformats.org/officeDocument/2006/relationships/image" Target="../media/image112.jpg"/></Relationships>
</file>

<file path=ppt/slides/_rels/slide1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2.xml"/><Relationship Id="rId3" Type="http://schemas.openxmlformats.org/officeDocument/2006/relationships/image" Target="../media/image110.jpg"/></Relationships>
</file>

<file path=ppt/slides/_rels/slide1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3.xml"/><Relationship Id="rId3" Type="http://schemas.openxmlformats.org/officeDocument/2006/relationships/image" Target="../media/image107.jpg"/></Relationships>
</file>

<file path=ppt/slides/_rels/slide1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4.xml"/><Relationship Id="rId3" Type="http://schemas.openxmlformats.org/officeDocument/2006/relationships/image" Target="../media/image114.jpg"/></Relationships>
</file>

<file path=ppt/slides/_rels/slide1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5.xml"/><Relationship Id="rId3" Type="http://schemas.openxmlformats.org/officeDocument/2006/relationships/image" Target="../media/image111.jpg"/></Relationships>
</file>

<file path=ppt/slides/_rels/slide1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414141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4" name="Google Shape;84;p13" title="intersecting circles"/>
          <p:cNvGrpSpPr/>
          <p:nvPr/>
        </p:nvGrpSpPr>
        <p:grpSpPr>
          <a:xfrm>
            <a:off x="1155481" y="498348"/>
            <a:ext cx="9902663" cy="5861304"/>
            <a:chOff x="1155481" y="498348"/>
            <a:chExt cx="9902663" cy="5861304"/>
          </a:xfrm>
        </p:grpSpPr>
        <p:sp>
          <p:nvSpPr>
            <p:cNvPr id="85" name="Google Shape;85;p13"/>
            <p:cNvSpPr/>
            <p:nvPr/>
          </p:nvSpPr>
          <p:spPr>
            <a:xfrm>
              <a:off x="1155481" y="498348"/>
              <a:ext cx="5861304" cy="5861304"/>
            </a:xfrm>
            <a:prstGeom prst="ellipse">
              <a:avLst/>
            </a:prstGeom>
            <a:solidFill>
              <a:schemeClr val="accent1">
                <a:alpha val="54901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" name="Google Shape;86;p13"/>
            <p:cNvSpPr/>
            <p:nvPr/>
          </p:nvSpPr>
          <p:spPr>
            <a:xfrm>
              <a:off x="5196840" y="498348"/>
              <a:ext cx="5861304" cy="5861304"/>
            </a:xfrm>
            <a:prstGeom prst="ellipse">
              <a:avLst/>
            </a:prstGeom>
            <a:solidFill>
              <a:schemeClr val="accent1">
                <a:alpha val="54901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13"/>
            <p:cNvSpPr/>
            <p:nvPr/>
          </p:nvSpPr>
          <p:spPr>
            <a:xfrm>
              <a:off x="3165348" y="498348"/>
              <a:ext cx="5861304" cy="5861304"/>
            </a:xfrm>
            <a:prstGeom prst="ellipse">
              <a:avLst/>
            </a:prstGeom>
            <a:solidFill>
              <a:schemeClr val="accent1">
                <a:alpha val="69803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8" name="Google Shape;88;p13" title="ribbon"/>
          <p:cNvSpPr/>
          <p:nvPr/>
        </p:nvSpPr>
        <p:spPr>
          <a:xfrm>
            <a:off x="0" y="2514600"/>
            <a:ext cx="12192000" cy="1828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13"/>
          <p:cNvSpPr txBox="1"/>
          <p:nvPr>
            <p:ph type="ctrTitle"/>
          </p:nvPr>
        </p:nvSpPr>
        <p:spPr>
          <a:xfrm>
            <a:off x="1524000" y="2776538"/>
            <a:ext cx="9144000" cy="13811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Calibri"/>
              <a:buNone/>
            </a:pPr>
            <a:r>
              <a:rPr lang="en-US" sz="4000">
                <a:solidFill>
                  <a:schemeClr val="dk2"/>
                </a:solidFill>
              </a:rPr>
              <a:t>AWS Core Services</a:t>
            </a:r>
            <a:endParaRPr sz="4000">
              <a:solidFill>
                <a:schemeClr val="dk2"/>
              </a:solidFill>
            </a:endParaRPr>
          </a:p>
        </p:txBody>
      </p:sp>
      <p:sp>
        <p:nvSpPr>
          <p:cNvPr id="90" name="Google Shape;90;p13"/>
          <p:cNvSpPr txBox="1"/>
          <p:nvPr>
            <p:ph idx="1" type="subTitle"/>
          </p:nvPr>
        </p:nvSpPr>
        <p:spPr>
          <a:xfrm>
            <a:off x="1524000" y="4495800"/>
            <a:ext cx="91440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</a:pPr>
            <a:r>
              <a:rPr lang="en-US" sz="1800"/>
              <a:t>by Mahesh Kumawat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14"/>
          <p:cNvSpPr/>
          <p:nvPr/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63500" rotWithShape="0" algn="t" dir="5400000" dist="17780">
              <a:srgbClr val="000000">
                <a:alpha val="42745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1" id="97" name="Google Shape;97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3467" y="661840"/>
            <a:ext cx="10905066" cy="55343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2" id="102" name="Google Shape;102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513" y="0"/>
            <a:ext cx="12117387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3" id="107" name="Google Shape;107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038" y="0"/>
            <a:ext cx="12098337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4" id="112" name="Google Shape;112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25400"/>
            <a:ext cx="12192000" cy="68056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5" id="117" name="Google Shape;117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14288"/>
            <a:ext cx="12192000" cy="68278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6" id="122" name="Google Shape;122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63" y="0"/>
            <a:ext cx="12180887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7" id="127" name="Google Shape;127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12700"/>
            <a:ext cx="12192000" cy="68310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8" id="132" name="Google Shape;132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14288"/>
            <a:ext cx="12192000" cy="68278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9" id="137" name="Google Shape;137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288" y="0"/>
            <a:ext cx="12161837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10" id="142" name="Google Shape;142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53975"/>
            <a:ext cx="12192000" cy="6750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11" id="147" name="Google Shape;147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113" y="0"/>
            <a:ext cx="12168187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12" id="152" name="Google Shape;152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38100"/>
            <a:ext cx="12192000" cy="67802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13" id="157" name="Google Shape;157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22225"/>
            <a:ext cx="12192000" cy="6813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14" id="162" name="Google Shape;162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36513"/>
            <a:ext cx="12192000" cy="67833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15" id="167" name="Google Shape;167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4763"/>
            <a:ext cx="12192000" cy="68468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16" id="172" name="Google Shape;172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23813"/>
            <a:ext cx="12192000" cy="68087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17" id="177" name="Google Shape;177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20638"/>
            <a:ext cx="12192000" cy="6816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18" id="182" name="Google Shape;182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26988"/>
            <a:ext cx="12192000" cy="68024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19" id="187" name="Google Shape;187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20638"/>
            <a:ext cx="12192000" cy="6816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20" id="192" name="Google Shape;192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65088"/>
            <a:ext cx="12192000" cy="6727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21" id="197" name="Google Shape;197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23813"/>
            <a:ext cx="12192000" cy="68087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22" id="202" name="Google Shape;202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113" y="0"/>
            <a:ext cx="12169775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23" id="207" name="Google Shape;207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39688"/>
            <a:ext cx="12192000" cy="67770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24" id="212" name="Google Shape;212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9525"/>
            <a:ext cx="12192000" cy="6838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25" id="217" name="Google Shape;217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11113"/>
            <a:ext cx="12192000" cy="6835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26" id="222" name="Google Shape;222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025" y="0"/>
            <a:ext cx="12044363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27" id="227" name="Google Shape;227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9525"/>
            <a:ext cx="12192000" cy="6838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28" id="232" name="Google Shape;232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38" y="0"/>
            <a:ext cx="12176125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29" id="237" name="Google Shape;237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63500"/>
            <a:ext cx="12192000" cy="67294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30" id="242" name="Google Shape;242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26988"/>
            <a:ext cx="12192000" cy="6804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31" id="247" name="Google Shape;247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25400"/>
            <a:ext cx="12192000" cy="68056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32" id="252" name="Google Shape;252;p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19050"/>
            <a:ext cx="12192000" cy="68183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33" id="257" name="Google Shape;257;p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39688"/>
            <a:ext cx="12192000" cy="67770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34" id="262" name="Google Shape;262;p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11113"/>
            <a:ext cx="12192000" cy="6835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35" id="267" name="Google Shape;267;p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38100"/>
            <a:ext cx="12192000" cy="67802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36" id="272" name="Google Shape;272;p4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8575" y="0"/>
            <a:ext cx="12133263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37" id="277" name="Google Shape;277;p5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2075" y="0"/>
            <a:ext cx="12006263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38" id="282" name="Google Shape;282;p5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49213"/>
            <a:ext cx="12192000" cy="6759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39" id="287" name="Google Shape;287;p5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14288"/>
            <a:ext cx="12192000" cy="68278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40" id="292" name="Google Shape;292;p5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20638"/>
            <a:ext cx="12192000" cy="68151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41" id="297" name="Google Shape;297;p5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53975"/>
            <a:ext cx="12192000" cy="6750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42" id="302" name="Google Shape;302;p5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36513"/>
            <a:ext cx="12192000" cy="67833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43" id="307" name="Google Shape;307;p5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17463"/>
            <a:ext cx="12192000" cy="6823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44" id="312" name="Google Shape;312;p5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23813"/>
            <a:ext cx="12192000" cy="6810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45" id="317" name="Google Shape;317;p5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3175"/>
            <a:ext cx="12192000" cy="68500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46" id="322" name="Google Shape;322;p5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47625"/>
            <a:ext cx="12192000" cy="6762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47" id="327" name="Google Shape;327;p6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61913"/>
            <a:ext cx="12192000" cy="6734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48" id="332" name="Google Shape;332;p6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11113"/>
            <a:ext cx="12192000" cy="6835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49" id="337" name="Google Shape;337;p6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31750"/>
            <a:ext cx="12192000" cy="67929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50" id="342" name="Google Shape;342;p6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275" y="0"/>
            <a:ext cx="12107863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51" id="347" name="Google Shape;347;p6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14288"/>
            <a:ext cx="12192000" cy="6829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52" id="352" name="Google Shape;352;p6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688" y="0"/>
            <a:ext cx="12112625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53" id="357" name="Google Shape;357;p6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1588"/>
            <a:ext cx="12192000" cy="6854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54" id="362" name="Google Shape;362;p6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31750"/>
            <a:ext cx="12192000" cy="6794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55" id="367" name="Google Shape;367;p6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9525"/>
            <a:ext cx="12192000" cy="6838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56" id="372" name="Google Shape;372;p6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3175"/>
            <a:ext cx="12192000" cy="68500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57" id="377" name="Google Shape;377;p7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12700"/>
            <a:ext cx="12192000" cy="68310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58" id="382" name="Google Shape;382;p7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42863"/>
            <a:ext cx="12192000" cy="67706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59" id="387" name="Google Shape;387;p7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44450"/>
            <a:ext cx="12192000" cy="6769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60" id="392" name="Google Shape;392;p7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26988"/>
            <a:ext cx="12192000" cy="6804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61" id="397" name="Google Shape;397;p7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050" y="0"/>
            <a:ext cx="12152313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62" id="402" name="Google Shape;402;p7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36513"/>
            <a:ext cx="12192000" cy="67833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6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63" id="407" name="Google Shape;407;p7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55563"/>
            <a:ext cx="12192000" cy="6746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64" id="412" name="Google Shape;412;p7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28575"/>
            <a:ext cx="12192000" cy="67992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65" id="417" name="Google Shape;417;p7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44450"/>
            <a:ext cx="12192000" cy="6769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66" id="422" name="Google Shape;422;p7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41275"/>
            <a:ext cx="12192000" cy="6775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6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67" id="427" name="Google Shape;427;p8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14288"/>
            <a:ext cx="12192000" cy="68278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68" id="432" name="Google Shape;432;p8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84138"/>
            <a:ext cx="12192000" cy="6689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6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69" id="437" name="Google Shape;437;p8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34925"/>
            <a:ext cx="12192000" cy="6788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70" id="442" name="Google Shape;442;p8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38" y="0"/>
            <a:ext cx="12176125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6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71" id="447" name="Google Shape;447;p8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0413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72" id="452" name="Google Shape;452;p8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30163"/>
            <a:ext cx="12192000" cy="6797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6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73" id="457" name="Google Shape;457;p8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25400"/>
            <a:ext cx="12192000" cy="68056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74" id="462" name="Google Shape;462;p8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49213"/>
            <a:ext cx="12192000" cy="67579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6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75" id="467" name="Google Shape;467;p8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57150"/>
            <a:ext cx="12192000" cy="6743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76" id="472" name="Google Shape;472;p8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63" y="0"/>
            <a:ext cx="12180887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6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77" id="477" name="Google Shape;477;p9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79375"/>
            <a:ext cx="12192000" cy="66976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78" id="482" name="Google Shape;482;p9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23813"/>
            <a:ext cx="12192000" cy="6810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6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79" id="487" name="Google Shape;487;p9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100013"/>
            <a:ext cx="12192000" cy="6657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80" id="492" name="Google Shape;492;p9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25400"/>
            <a:ext cx="12192000" cy="68056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6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81" id="497" name="Google Shape;497;p9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213" y="0"/>
            <a:ext cx="12093575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82" id="502" name="Google Shape;502;p9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750" y="0"/>
            <a:ext cx="12126913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6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83" id="507" name="Google Shape;507;p9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050" y="0"/>
            <a:ext cx="12152313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84" id="512" name="Google Shape;512;p9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82550"/>
            <a:ext cx="12192000" cy="6692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6" name="Shape 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85" id="517" name="Google Shape;517;p9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31750"/>
            <a:ext cx="12192000" cy="6794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86" id="522" name="Google Shape;522;p9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34925"/>
            <a:ext cx="12192000" cy="67865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6" name="Shape 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87" id="527" name="Google Shape;527;p10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66675"/>
            <a:ext cx="12192000" cy="67230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1" name="Shape 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88" id="532" name="Google Shape;532;p10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22225"/>
            <a:ext cx="12192000" cy="6813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6" name="Shape 5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89" id="537" name="Google Shape;537;p10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52388"/>
            <a:ext cx="12192000" cy="67516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1" name="Shape 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90" id="542" name="Google Shape;542;p10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4450" y="0"/>
            <a:ext cx="121031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6" name="Shape 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91" id="547" name="Google Shape;547;p10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38100"/>
            <a:ext cx="12192000" cy="67802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1" name="Shape 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92" id="552" name="Google Shape;552;p10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80963"/>
            <a:ext cx="12192000" cy="66944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6" name="Shape 5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93" id="557" name="Google Shape;557;p10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38100"/>
            <a:ext cx="12192000" cy="6781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1" name="Shape 5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94" id="562" name="Google Shape;562;p10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39688"/>
            <a:ext cx="12192000" cy="67770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6" name="Shape 5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95" id="567" name="Google Shape;567;p10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15875"/>
            <a:ext cx="12192000" cy="68246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1" name="Shape 5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96" id="572" name="Google Shape;572;p10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55563"/>
            <a:ext cx="12192000" cy="6746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6" name="Shape 5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97" id="577" name="Google Shape;577;p1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63500"/>
            <a:ext cx="12192000" cy="67294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1" name="Shape 5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98" id="582" name="Google Shape;582;p1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80963"/>
            <a:ext cx="12192000" cy="66944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6" name="Shape 5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99" id="587" name="Google Shape;587;p1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42863"/>
            <a:ext cx="12192000" cy="67706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1" name="Shape 5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100" id="592" name="Google Shape;592;p1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28575"/>
            <a:ext cx="12192000" cy="67992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6" name="Shape 5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101" id="597" name="Google Shape;597;p1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42863"/>
            <a:ext cx="12192000" cy="67706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1" name="Shape 6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102" id="602" name="Google Shape;602;p1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53975"/>
            <a:ext cx="12192000" cy="6750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6" name="Shape 6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103" id="607" name="Google Shape;607;p1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106363"/>
            <a:ext cx="12192000" cy="6645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1" name="Shape 6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104" id="612" name="Google Shape;612;p1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66675"/>
            <a:ext cx="12192000" cy="6724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6" name="Shape 6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105" id="617" name="Google Shape;617;p1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76200"/>
            <a:ext cx="12192000" cy="67040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1" name="Shape 6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106" id="622" name="Google Shape;622;p1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85725"/>
            <a:ext cx="12192000" cy="66849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6" name="Shape 6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107" id="627" name="Google Shape;627;p1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22225"/>
            <a:ext cx="12192000" cy="6813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1" name="Shape 6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108" id="632" name="Google Shape;632;p1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31750"/>
            <a:ext cx="12192000" cy="67929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636" name="Shape 6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109" id="637" name="Google Shape;637;p122"/>
          <p:cNvPicPr preferRelativeResize="0"/>
          <p:nvPr/>
        </p:nvPicPr>
        <p:blipFill rotWithShape="1">
          <a:blip r:embed="rId3">
            <a:alphaModFix/>
          </a:blip>
          <a:srcRect b="1" l="0" r="2223" t="0"/>
          <a:stretch/>
        </p:blipFill>
        <p:spPr>
          <a:xfrm>
            <a:off x="20" y="10"/>
            <a:ext cx="12191980" cy="68579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1" name="Shape 6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110" id="642" name="Google Shape;642;p1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46038"/>
            <a:ext cx="12192000" cy="67643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6" name="Shape 6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111" id="647" name="Google Shape;647;p1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82550"/>
            <a:ext cx="12192000" cy="6692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1" name="Shape 6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112" id="652" name="Google Shape;652;p1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7938"/>
            <a:ext cx="12192000" cy="68405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6" name="Shape 6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113" id="657" name="Google Shape;657;p1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15875"/>
            <a:ext cx="12192000" cy="68246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661" name="Shape 6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114" id="662" name="Google Shape;662;p127"/>
          <p:cNvPicPr preferRelativeResize="0"/>
          <p:nvPr/>
        </p:nvPicPr>
        <p:blipFill rotWithShape="1">
          <a:blip r:embed="rId3">
            <a:alphaModFix/>
          </a:blip>
          <a:srcRect b="-1" l="0" r="887" t="0"/>
          <a:stretch/>
        </p:blipFill>
        <p:spPr>
          <a:xfrm>
            <a:off x="20" y="10"/>
            <a:ext cx="12191980" cy="68579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5F7FC"/>
            </a:gs>
            <a:gs pos="74000">
              <a:srgbClr val="A9BEE4"/>
            </a:gs>
            <a:gs pos="83000">
              <a:srgbClr val="A9BEE4"/>
            </a:gs>
            <a:gs pos="100000">
              <a:srgbClr val="C5D3ED"/>
            </a:gs>
          </a:gsLst>
          <a:lin ang="5400000" scaled="0"/>
        </a:gradFill>
      </p:bgPr>
    </p:bg>
    <p:spTree>
      <p:nvGrpSpPr>
        <p:cNvPr id="666" name="Shape 6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7" name="Google Shape;667;p128"/>
          <p:cNvSpPr txBox="1"/>
          <p:nvPr>
            <p:ph type="ctrTitle"/>
          </p:nvPr>
        </p:nvSpPr>
        <p:spPr>
          <a:xfrm>
            <a:off x="1524000" y="2776538"/>
            <a:ext cx="9144000" cy="13811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Calibri"/>
              <a:buNone/>
            </a:pPr>
            <a:r>
              <a:rPr lang="en-US" sz="4000">
                <a:solidFill>
                  <a:schemeClr val="dk2"/>
                </a:solidFill>
              </a:rPr>
              <a:t>Thank You!</a:t>
            </a:r>
            <a:endParaRPr/>
          </a:p>
        </p:txBody>
      </p:sp>
      <p:sp>
        <p:nvSpPr>
          <p:cNvPr id="668" name="Google Shape;668;p128"/>
          <p:cNvSpPr txBox="1"/>
          <p:nvPr>
            <p:ph idx="1" type="subTitle"/>
          </p:nvPr>
        </p:nvSpPr>
        <p:spPr>
          <a:xfrm>
            <a:off x="1524000" y="4495800"/>
            <a:ext cx="91440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</a:pPr>
            <a:r>
              <a:rPr lang="en-US" sz="1800"/>
              <a:t>by Mahesh Kumawat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